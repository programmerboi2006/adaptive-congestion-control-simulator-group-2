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58" r:id="rId5"/>
    <p:sldId id="265" r:id="rId6"/>
    <p:sldId id="259" r:id="rId7"/>
    <p:sldId id="266" r:id="rId8"/>
    <p:sldId id="267" r:id="rId9"/>
    <p:sldId id="271" r:id="rId10"/>
    <p:sldId id="270" r:id="rId11"/>
    <p:sldId id="260" r:id="rId12"/>
    <p:sldId id="268" r:id="rId13"/>
    <p:sldId id="261" r:id="rId14"/>
    <p:sldId id="262" r:id="rId15"/>
    <p:sldId id="269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EB7ED4-6EC6-498A-BFF9-C4F9C89FE5C2}" v="48" dt="2026-10-30T19:25:41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 Rede" userId="9eec4285e52a48b2" providerId="LiveId" clId="{0545A14B-86C7-4BE6-8ABA-F1F293AE24F7}"/>
    <pc:docChg chg="undo custSel addSld modSld sldOrd">
      <pc:chgData name="Neel Rede" userId="9eec4285e52a48b2" providerId="LiveId" clId="{0545A14B-86C7-4BE6-8ABA-F1F293AE24F7}" dt="2026-10-30T19:25:45.984" v="514" actId="113"/>
      <pc:docMkLst>
        <pc:docMk/>
      </pc:docMkLst>
      <pc:sldChg chg="addSp delSp modSp mod">
        <pc:chgData name="Neel Rede" userId="9eec4285e52a48b2" providerId="LiveId" clId="{0545A14B-86C7-4BE6-8ABA-F1F293AE24F7}" dt="2026-10-30T19:19:33.238" v="499" actId="2711"/>
        <pc:sldMkLst>
          <pc:docMk/>
          <pc:sldMk cId="169022551" sldId="256"/>
        </pc:sldMkLst>
        <pc:spChg chg="del">
          <ac:chgData name="Neel Rede" userId="9eec4285e52a48b2" providerId="LiveId" clId="{0545A14B-86C7-4BE6-8ABA-F1F293AE24F7}" dt="2026-10-30T08:47:36.867" v="219" actId="478"/>
          <ac:spMkLst>
            <pc:docMk/>
            <pc:sldMk cId="169022551" sldId="256"/>
            <ac:spMk id="3" creationId="{3188D55E-1711-439B-B044-BD320AA1699C}"/>
          </ac:spMkLst>
        </pc:spChg>
        <pc:spChg chg="mod">
          <ac:chgData name="Neel Rede" userId="9eec4285e52a48b2" providerId="LiveId" clId="{0545A14B-86C7-4BE6-8ABA-F1F293AE24F7}" dt="2026-10-30T08:43:57.806" v="148"/>
          <ac:spMkLst>
            <pc:docMk/>
            <pc:sldMk cId="169022551" sldId="256"/>
            <ac:spMk id="7" creationId="{45DF9F57-7481-43AF-90EA-1B438F83D4AC}"/>
          </ac:spMkLst>
        </pc:spChg>
        <pc:spChg chg="mod">
          <ac:chgData name="Neel Rede" userId="9eec4285e52a48b2" providerId="LiveId" clId="{0545A14B-86C7-4BE6-8ABA-F1F293AE24F7}" dt="2026-10-30T19:19:33.238" v="499" actId="2711"/>
          <ac:spMkLst>
            <pc:docMk/>
            <pc:sldMk cId="169022551" sldId="256"/>
            <ac:spMk id="8" creationId="{A0BBC233-AAC0-44C2-84CB-E2C2B90BE7A7}"/>
          </ac:spMkLst>
        </pc:spChg>
        <pc:spChg chg="mod">
          <ac:chgData name="Neel Rede" userId="9eec4285e52a48b2" providerId="LiveId" clId="{0545A14B-86C7-4BE6-8ABA-F1F293AE24F7}" dt="2026-10-30T08:39:44.325" v="0"/>
          <ac:spMkLst>
            <pc:docMk/>
            <pc:sldMk cId="169022551" sldId="256"/>
            <ac:spMk id="9" creationId="{EF37A30E-D1A0-430A-8AA0-F979BB940400}"/>
          </ac:spMkLst>
        </pc:spChg>
        <pc:spChg chg="add del mod">
          <ac:chgData name="Neel Rede" userId="9eec4285e52a48b2" providerId="LiveId" clId="{0545A14B-86C7-4BE6-8ABA-F1F293AE24F7}" dt="2026-10-30T08:42:20.003" v="107"/>
          <ac:spMkLst>
            <pc:docMk/>
            <pc:sldMk cId="169022551" sldId="256"/>
            <ac:spMk id="10" creationId="{E9579800-F081-2A99-FE29-69D3F28C19EE}"/>
          </ac:spMkLst>
        </pc:spChg>
        <pc:spChg chg="add mod">
          <ac:chgData name="Neel Rede" userId="9eec4285e52a48b2" providerId="LiveId" clId="{0545A14B-86C7-4BE6-8ABA-F1F293AE24F7}" dt="2026-10-30T08:42:38.730" v="112" actId="767"/>
          <ac:spMkLst>
            <pc:docMk/>
            <pc:sldMk cId="169022551" sldId="256"/>
            <ac:spMk id="11" creationId="{6168697A-B0E1-7535-BA93-42898458AF1D}"/>
          </ac:spMkLst>
        </pc:spChg>
      </pc:sldChg>
      <pc:sldChg chg="addSp delSp modSp mod">
        <pc:chgData name="Neel Rede" userId="9eec4285e52a48b2" providerId="LiveId" clId="{0545A14B-86C7-4BE6-8ABA-F1F293AE24F7}" dt="2026-10-30T19:23:19.997" v="500" actId="120"/>
        <pc:sldMkLst>
          <pc:docMk/>
          <pc:sldMk cId="1771186478" sldId="257"/>
        </pc:sldMkLst>
        <pc:spChg chg="del">
          <ac:chgData name="Neel Rede" userId="9eec4285e52a48b2" providerId="LiveId" clId="{0545A14B-86C7-4BE6-8ABA-F1F293AE24F7}" dt="2026-10-30T08:47:33.933" v="218" actId="478"/>
          <ac:spMkLst>
            <pc:docMk/>
            <pc:sldMk cId="1771186478" sldId="257"/>
            <ac:spMk id="3" creationId="{A4034558-8083-4762-B500-1F5F6BD4A1F3}"/>
          </ac:spMkLst>
        </pc:spChg>
        <pc:spChg chg="mod">
          <ac:chgData name="Neel Rede" userId="9eec4285e52a48b2" providerId="LiveId" clId="{0545A14B-86C7-4BE6-8ABA-F1F293AE24F7}" dt="2026-10-30T19:23:19.997" v="500" actId="120"/>
          <ac:spMkLst>
            <pc:docMk/>
            <pc:sldMk cId="1771186478" sldId="257"/>
            <ac:spMk id="4" creationId="{0890C7E7-A87D-46AD-AD00-B0EB9B949268}"/>
          </ac:spMkLst>
        </pc:spChg>
        <pc:spChg chg="mod">
          <ac:chgData name="Neel Rede" userId="9eec4285e52a48b2" providerId="LiveId" clId="{0545A14B-86C7-4BE6-8ABA-F1F293AE24F7}" dt="2026-10-30T08:47:05.856" v="215" actId="14100"/>
          <ac:spMkLst>
            <pc:docMk/>
            <pc:sldMk cId="1771186478" sldId="257"/>
            <ac:spMk id="5" creationId="{BE9F3CB5-0C0F-4AA1-99D5-8611CF4347DB}"/>
          </ac:spMkLst>
        </pc:spChg>
        <pc:spChg chg="del mod">
          <ac:chgData name="Neel Rede" userId="9eec4285e52a48b2" providerId="LiveId" clId="{0545A14B-86C7-4BE6-8ABA-F1F293AE24F7}" dt="2026-10-30T08:45:52.465" v="184" actId="478"/>
          <ac:spMkLst>
            <pc:docMk/>
            <pc:sldMk cId="1771186478" sldId="257"/>
            <ac:spMk id="6" creationId="{D4E77847-D504-4787-9F02-71CD2DC84C85}"/>
          </ac:spMkLst>
        </pc:spChg>
        <pc:spChg chg="del mod">
          <ac:chgData name="Neel Rede" userId="9eec4285e52a48b2" providerId="LiveId" clId="{0545A14B-86C7-4BE6-8ABA-F1F293AE24F7}" dt="2026-10-30T08:47:09.809" v="216" actId="478"/>
          <ac:spMkLst>
            <pc:docMk/>
            <pc:sldMk cId="1771186478" sldId="257"/>
            <ac:spMk id="7" creationId="{91E6E9D2-D950-4002-905E-A6DD5AE7B3CB}"/>
          </ac:spMkLst>
        </pc:spChg>
        <pc:spChg chg="add del mod">
          <ac:chgData name="Neel Rede" userId="9eec4285e52a48b2" providerId="LiveId" clId="{0545A14B-86C7-4BE6-8ABA-F1F293AE24F7}" dt="2026-10-30T08:45:44.452" v="181" actId="767"/>
          <ac:spMkLst>
            <pc:docMk/>
            <pc:sldMk cId="1771186478" sldId="257"/>
            <ac:spMk id="9" creationId="{137702AE-D05A-EE4C-20DE-B4FBC318304E}"/>
          </ac:spMkLst>
        </pc:spChg>
        <pc:spChg chg="add del mod">
          <ac:chgData name="Neel Rede" userId="9eec4285e52a48b2" providerId="LiveId" clId="{0545A14B-86C7-4BE6-8ABA-F1F293AE24F7}" dt="2026-10-30T08:45:43.602" v="179" actId="767"/>
          <ac:spMkLst>
            <pc:docMk/>
            <pc:sldMk cId="1771186478" sldId="257"/>
            <ac:spMk id="10" creationId="{749033C4-0049-528B-F8C5-B4FEE3426557}"/>
          </ac:spMkLst>
        </pc:spChg>
      </pc:sldChg>
      <pc:sldChg chg="addSp delSp modSp mod">
        <pc:chgData name="Neel Rede" userId="9eec4285e52a48b2" providerId="LiveId" clId="{0545A14B-86C7-4BE6-8ABA-F1F293AE24F7}" dt="2026-10-30T16:05:17.336" v="249" actId="1076"/>
        <pc:sldMkLst>
          <pc:docMk/>
          <pc:sldMk cId="2032430644" sldId="258"/>
        </pc:sldMkLst>
        <pc:spChg chg="del mod">
          <ac:chgData name="Neel Rede" userId="9eec4285e52a48b2" providerId="LiveId" clId="{0545A14B-86C7-4BE6-8ABA-F1F293AE24F7}" dt="2026-10-30T15:41:41.111" v="234" actId="478"/>
          <ac:spMkLst>
            <pc:docMk/>
            <pc:sldMk cId="2032430644" sldId="258"/>
            <ac:spMk id="3" creationId="{D6BB9F45-CBCF-467D-B76E-7FE236AFBDA0}"/>
          </ac:spMkLst>
        </pc:spChg>
        <pc:spChg chg="mod">
          <ac:chgData name="Neel Rede" userId="9eec4285e52a48b2" providerId="LiveId" clId="{0545A14B-86C7-4BE6-8ABA-F1F293AE24F7}" dt="2026-10-30T16:00:54.687" v="238" actId="20577"/>
          <ac:spMkLst>
            <pc:docMk/>
            <pc:sldMk cId="2032430644" sldId="258"/>
            <ac:spMk id="4" creationId="{8C365B4C-1ED1-4575-9868-72A5C8661C44}"/>
          </ac:spMkLst>
        </pc:spChg>
        <pc:spChg chg="mod">
          <ac:chgData name="Neel Rede" userId="9eec4285e52a48b2" providerId="LiveId" clId="{0545A14B-86C7-4BE6-8ABA-F1F293AE24F7}" dt="2026-10-30T16:04:55.820" v="245" actId="20577"/>
          <ac:spMkLst>
            <pc:docMk/>
            <pc:sldMk cId="2032430644" sldId="258"/>
            <ac:spMk id="5" creationId="{28FCADAF-A2C0-470E-9C4F-96082F51573B}"/>
          </ac:spMkLst>
        </pc:spChg>
        <pc:picChg chg="add mod">
          <ac:chgData name="Neel Rede" userId="9eec4285e52a48b2" providerId="LiveId" clId="{0545A14B-86C7-4BE6-8ABA-F1F293AE24F7}" dt="2026-10-30T16:05:17.336" v="249" actId="1076"/>
          <ac:picMkLst>
            <pc:docMk/>
            <pc:sldMk cId="2032430644" sldId="258"/>
            <ac:picMk id="7" creationId="{4220E63A-6F99-C6F5-BA0F-D04123E5C2B3}"/>
          </ac:picMkLst>
        </pc:picChg>
      </pc:sldChg>
      <pc:sldChg chg="addSp delSp modSp mod">
        <pc:chgData name="Neel Rede" userId="9eec4285e52a48b2" providerId="LiveId" clId="{0545A14B-86C7-4BE6-8ABA-F1F293AE24F7}" dt="2026-10-30T18:56:27.712" v="326" actId="20577"/>
        <pc:sldMkLst>
          <pc:docMk/>
          <pc:sldMk cId="450783764" sldId="259"/>
        </pc:sldMkLst>
        <pc:spChg chg="mod">
          <ac:chgData name="Neel Rede" userId="9eec4285e52a48b2" providerId="LiveId" clId="{0545A14B-86C7-4BE6-8ABA-F1F293AE24F7}" dt="2026-10-30T18:55:37.491" v="307" actId="404"/>
          <ac:spMkLst>
            <pc:docMk/>
            <pc:sldMk cId="450783764" sldId="259"/>
            <ac:spMk id="4" creationId="{251F08BF-264A-493B-909A-AB134824902B}"/>
          </ac:spMkLst>
        </pc:spChg>
        <pc:spChg chg="del mod">
          <ac:chgData name="Neel Rede" userId="9eec4285e52a48b2" providerId="LiveId" clId="{0545A14B-86C7-4BE6-8ABA-F1F293AE24F7}" dt="2026-10-30T18:55:22.477" v="294" actId="478"/>
          <ac:spMkLst>
            <pc:docMk/>
            <pc:sldMk cId="450783764" sldId="259"/>
            <ac:spMk id="5" creationId="{71B6265A-7667-4F74-BB20-92A5B1B71102}"/>
          </ac:spMkLst>
        </pc:spChg>
        <pc:spChg chg="add del mod">
          <ac:chgData name="Neel Rede" userId="9eec4285e52a48b2" providerId="LiveId" clId="{0545A14B-86C7-4BE6-8ABA-F1F293AE24F7}" dt="2026-10-30T18:56:27.712" v="326" actId="20577"/>
          <ac:spMkLst>
            <pc:docMk/>
            <pc:sldMk cId="450783764" sldId="259"/>
            <ac:spMk id="7" creationId="{CB615DEF-640B-387B-B724-D1062B904A81}"/>
          </ac:spMkLst>
        </pc:spChg>
      </pc:sldChg>
      <pc:sldChg chg="addSp delSp modSp mod ord">
        <pc:chgData name="Neel Rede" userId="9eec4285e52a48b2" providerId="LiveId" clId="{0545A14B-86C7-4BE6-8ABA-F1F293AE24F7}" dt="2026-10-30T19:13:15.291" v="449" actId="1076"/>
        <pc:sldMkLst>
          <pc:docMk/>
          <pc:sldMk cId="121407945" sldId="260"/>
        </pc:sldMkLst>
        <pc:spChg chg="del mod">
          <ac:chgData name="Neel Rede" userId="9eec4285e52a48b2" providerId="LiveId" clId="{0545A14B-86C7-4BE6-8ABA-F1F293AE24F7}" dt="2026-10-30T18:59:03.638" v="346" actId="478"/>
          <ac:spMkLst>
            <pc:docMk/>
            <pc:sldMk cId="121407945" sldId="260"/>
            <ac:spMk id="4" creationId="{8D3A60ED-C899-4618-BFEF-A834CA5E35ED}"/>
          </ac:spMkLst>
        </pc:spChg>
        <pc:spChg chg="del">
          <ac:chgData name="Neel Rede" userId="9eec4285e52a48b2" providerId="LiveId" clId="{0545A14B-86C7-4BE6-8ABA-F1F293AE24F7}" dt="2026-10-30T18:58:39.928" v="335" actId="478"/>
          <ac:spMkLst>
            <pc:docMk/>
            <pc:sldMk cId="121407945" sldId="260"/>
            <ac:spMk id="5" creationId="{6EA10CA8-AA41-4067-AE19-358C75D267F6}"/>
          </ac:spMkLst>
        </pc:spChg>
        <pc:spChg chg="add del mod">
          <ac:chgData name="Neel Rede" userId="9eec4285e52a48b2" providerId="LiveId" clId="{0545A14B-86C7-4BE6-8ABA-F1F293AE24F7}" dt="2026-10-30T18:58:55.880" v="342" actId="767"/>
          <ac:spMkLst>
            <pc:docMk/>
            <pc:sldMk cId="121407945" sldId="260"/>
            <ac:spMk id="7" creationId="{74B5B38B-95F2-41B6-32EF-24CA3B6AE396}"/>
          </ac:spMkLst>
        </pc:spChg>
        <pc:picChg chg="add del mod">
          <ac:chgData name="Neel Rede" userId="9eec4285e52a48b2" providerId="LiveId" clId="{0545A14B-86C7-4BE6-8ABA-F1F293AE24F7}" dt="2026-10-30T18:59:57.945" v="357" actId="478"/>
          <ac:picMkLst>
            <pc:docMk/>
            <pc:sldMk cId="121407945" sldId="260"/>
            <ac:picMk id="9" creationId="{F6FE7808-0A36-0A1D-5799-F5A03FD01C92}"/>
          </ac:picMkLst>
        </pc:picChg>
        <pc:picChg chg="add mod">
          <ac:chgData name="Neel Rede" userId="9eec4285e52a48b2" providerId="LiveId" clId="{0545A14B-86C7-4BE6-8ABA-F1F293AE24F7}" dt="2026-10-30T19:13:15.291" v="449" actId="1076"/>
          <ac:picMkLst>
            <pc:docMk/>
            <pc:sldMk cId="121407945" sldId="260"/>
            <ac:picMk id="11" creationId="{5A282E4B-BE1D-18FF-C505-DEBD83F585D9}"/>
          </ac:picMkLst>
        </pc:picChg>
      </pc:sldChg>
      <pc:sldChg chg="addSp delSp modSp mod">
        <pc:chgData name="Neel Rede" userId="9eec4285e52a48b2" providerId="LiveId" clId="{0545A14B-86C7-4BE6-8ABA-F1F293AE24F7}" dt="2026-10-30T19:04:26.100" v="414" actId="20577"/>
        <pc:sldMkLst>
          <pc:docMk/>
          <pc:sldMk cId="123285045" sldId="261"/>
        </pc:sldMkLst>
        <pc:spChg chg="del">
          <ac:chgData name="Neel Rede" userId="9eec4285e52a48b2" providerId="LiveId" clId="{0545A14B-86C7-4BE6-8ABA-F1F293AE24F7}" dt="2026-10-30T19:03:41.709" v="400" actId="478"/>
          <ac:spMkLst>
            <pc:docMk/>
            <pc:sldMk cId="123285045" sldId="261"/>
            <ac:spMk id="4" creationId="{D61DD762-53EC-4E66-840B-4BC66B5F54C7}"/>
          </ac:spMkLst>
        </pc:spChg>
        <pc:spChg chg="del">
          <ac:chgData name="Neel Rede" userId="9eec4285e52a48b2" providerId="LiveId" clId="{0545A14B-86C7-4BE6-8ABA-F1F293AE24F7}" dt="2026-10-30T19:03:39.874" v="399" actId="478"/>
          <ac:spMkLst>
            <pc:docMk/>
            <pc:sldMk cId="123285045" sldId="261"/>
            <ac:spMk id="5" creationId="{E7D0DFDA-9D38-4110-9E96-AA8B9885772D}"/>
          </ac:spMkLst>
        </pc:spChg>
        <pc:spChg chg="del">
          <ac:chgData name="Neel Rede" userId="9eec4285e52a48b2" providerId="LiveId" clId="{0545A14B-86C7-4BE6-8ABA-F1F293AE24F7}" dt="2026-10-30T19:03:38.118" v="398" actId="478"/>
          <ac:spMkLst>
            <pc:docMk/>
            <pc:sldMk cId="123285045" sldId="261"/>
            <ac:spMk id="6" creationId="{A981F47A-2B1A-4750-8E3C-EC82A2551A9A}"/>
          </ac:spMkLst>
        </pc:spChg>
        <pc:spChg chg="del">
          <ac:chgData name="Neel Rede" userId="9eec4285e52a48b2" providerId="LiveId" clId="{0545A14B-86C7-4BE6-8ABA-F1F293AE24F7}" dt="2026-10-30T19:03:36.013" v="397" actId="478"/>
          <ac:spMkLst>
            <pc:docMk/>
            <pc:sldMk cId="123285045" sldId="261"/>
            <ac:spMk id="7" creationId="{9FF31393-1A58-4193-B896-64977C05E623}"/>
          </ac:spMkLst>
        </pc:spChg>
        <pc:spChg chg="add mod">
          <ac:chgData name="Neel Rede" userId="9eec4285e52a48b2" providerId="LiveId" clId="{0545A14B-86C7-4BE6-8ABA-F1F293AE24F7}" dt="2026-10-30T19:04:26.100" v="414" actId="20577"/>
          <ac:spMkLst>
            <pc:docMk/>
            <pc:sldMk cId="123285045" sldId="261"/>
            <ac:spMk id="10" creationId="{1F045997-C37C-35B2-E4D5-8B22C31D50FC}"/>
          </ac:spMkLst>
        </pc:spChg>
      </pc:sldChg>
      <pc:sldChg chg="delSp modSp mod">
        <pc:chgData name="Neel Rede" userId="9eec4285e52a48b2" providerId="LiveId" clId="{0545A14B-86C7-4BE6-8ABA-F1F293AE24F7}" dt="2026-10-30T19:06:15.073" v="430" actId="20577"/>
        <pc:sldMkLst>
          <pc:docMk/>
          <pc:sldMk cId="2125721340" sldId="262"/>
        </pc:sldMkLst>
        <pc:spChg chg="mod">
          <ac:chgData name="Neel Rede" userId="9eec4285e52a48b2" providerId="LiveId" clId="{0545A14B-86C7-4BE6-8ABA-F1F293AE24F7}" dt="2026-10-30T19:06:15.073" v="430" actId="20577"/>
          <ac:spMkLst>
            <pc:docMk/>
            <pc:sldMk cId="2125721340" sldId="262"/>
            <ac:spMk id="4" creationId="{5C4D24D5-8342-497C-8F27-E269BD6DACDB}"/>
          </ac:spMkLst>
        </pc:spChg>
        <pc:spChg chg="del">
          <ac:chgData name="Neel Rede" userId="9eec4285e52a48b2" providerId="LiveId" clId="{0545A14B-86C7-4BE6-8ABA-F1F293AE24F7}" dt="2026-10-30T19:04:53.647" v="415" actId="478"/>
          <ac:spMkLst>
            <pc:docMk/>
            <pc:sldMk cId="2125721340" sldId="262"/>
            <ac:spMk id="5" creationId="{8A899F11-8A11-408E-A37B-1864BB168263}"/>
          </ac:spMkLst>
        </pc:spChg>
        <pc:spChg chg="del">
          <ac:chgData name="Neel Rede" userId="9eec4285e52a48b2" providerId="LiveId" clId="{0545A14B-86C7-4BE6-8ABA-F1F293AE24F7}" dt="2026-10-30T19:04:57.276" v="416" actId="478"/>
          <ac:spMkLst>
            <pc:docMk/>
            <pc:sldMk cId="2125721340" sldId="262"/>
            <ac:spMk id="6" creationId="{2F10ECB7-8E0C-4D51-855A-3F114DB4BE40}"/>
          </ac:spMkLst>
        </pc:spChg>
      </pc:sldChg>
      <pc:sldChg chg="addSp delSp modSp mod">
        <pc:chgData name="Neel Rede" userId="9eec4285e52a48b2" providerId="LiveId" clId="{0545A14B-86C7-4BE6-8ABA-F1F293AE24F7}" dt="2026-10-30T19:25:45.984" v="514" actId="113"/>
        <pc:sldMkLst>
          <pc:docMk/>
          <pc:sldMk cId="1399546708" sldId="263"/>
        </pc:sldMkLst>
        <pc:spChg chg="mod">
          <ac:chgData name="Neel Rede" userId="9eec4285e52a48b2" providerId="LiveId" clId="{0545A14B-86C7-4BE6-8ABA-F1F293AE24F7}" dt="2026-10-30T19:16:42.033" v="469" actId="1076"/>
          <ac:spMkLst>
            <pc:docMk/>
            <pc:sldMk cId="1399546708" sldId="263"/>
            <ac:spMk id="4" creationId="{F08EAB2A-6F3A-412A-8E97-83E166768C45}"/>
          </ac:spMkLst>
        </pc:spChg>
        <pc:spChg chg="del mod">
          <ac:chgData name="Neel Rede" userId="9eec4285e52a48b2" providerId="LiveId" clId="{0545A14B-86C7-4BE6-8ABA-F1F293AE24F7}" dt="2026-10-30T19:16:51.905" v="470" actId="478"/>
          <ac:spMkLst>
            <pc:docMk/>
            <pc:sldMk cId="1399546708" sldId="263"/>
            <ac:spMk id="5" creationId="{63B570D7-9BBD-423B-A711-D477799851EE}"/>
          </ac:spMkLst>
        </pc:spChg>
        <pc:spChg chg="add mod">
          <ac:chgData name="Neel Rede" userId="9eec4285e52a48b2" providerId="LiveId" clId="{0545A14B-86C7-4BE6-8ABA-F1F293AE24F7}" dt="2026-10-30T19:25:45.984" v="514" actId="113"/>
          <ac:spMkLst>
            <pc:docMk/>
            <pc:sldMk cId="1399546708" sldId="263"/>
            <ac:spMk id="8" creationId="{F9AA380D-06C4-BEB5-0493-62C539B234B5}"/>
          </ac:spMkLst>
        </pc:spChg>
      </pc:sldChg>
      <pc:sldChg chg="delSp modSp add mod">
        <pc:chgData name="Neel Rede" userId="9eec4285e52a48b2" providerId="LiveId" clId="{0545A14B-86C7-4BE6-8ABA-F1F293AE24F7}" dt="2026-10-30T19:23:24.237" v="501" actId="120"/>
        <pc:sldMkLst>
          <pc:docMk/>
          <pc:sldMk cId="2058205554" sldId="264"/>
        </pc:sldMkLst>
        <pc:spChg chg="del">
          <ac:chgData name="Neel Rede" userId="9eec4285e52a48b2" providerId="LiveId" clId="{0545A14B-86C7-4BE6-8ABA-F1F293AE24F7}" dt="2026-10-30T08:47:30" v="217" actId="478"/>
          <ac:spMkLst>
            <pc:docMk/>
            <pc:sldMk cId="2058205554" sldId="264"/>
            <ac:spMk id="3" creationId="{EC0F1617-31B3-21EE-BF4B-7815FD877ADD}"/>
          </ac:spMkLst>
        </pc:spChg>
        <pc:spChg chg="mod">
          <ac:chgData name="Neel Rede" userId="9eec4285e52a48b2" providerId="LiveId" clId="{0545A14B-86C7-4BE6-8ABA-F1F293AE24F7}" dt="2026-10-30T19:23:24.237" v="501" actId="120"/>
          <ac:spMkLst>
            <pc:docMk/>
            <pc:sldMk cId="2058205554" sldId="264"/>
            <ac:spMk id="4" creationId="{2FD7BA5C-D9A8-89E7-6178-E22E2E7504A4}"/>
          </ac:spMkLst>
        </pc:spChg>
        <pc:spChg chg="mod">
          <ac:chgData name="Neel Rede" userId="9eec4285e52a48b2" providerId="LiveId" clId="{0545A14B-86C7-4BE6-8ABA-F1F293AE24F7}" dt="2026-10-30T08:46:51.076" v="213" actId="20577"/>
          <ac:spMkLst>
            <pc:docMk/>
            <pc:sldMk cId="2058205554" sldId="264"/>
            <ac:spMk id="5" creationId="{A795A919-EC79-6244-3CE9-890CD6D5AFC0}"/>
          </ac:spMkLst>
        </pc:spChg>
      </pc:sldChg>
      <pc:sldChg chg="addSp delSp modSp add mod">
        <pc:chgData name="Neel Rede" userId="9eec4285e52a48b2" providerId="LiveId" clId="{0545A14B-86C7-4BE6-8ABA-F1F293AE24F7}" dt="2026-10-30T18:58:00.036" v="333" actId="113"/>
        <pc:sldMkLst>
          <pc:docMk/>
          <pc:sldMk cId="3900712817" sldId="265"/>
        </pc:sldMkLst>
        <pc:spChg chg="add mod">
          <ac:chgData name="Neel Rede" userId="9eec4285e52a48b2" providerId="LiveId" clId="{0545A14B-86C7-4BE6-8ABA-F1F293AE24F7}" dt="2026-10-30T16:05:40.628" v="254" actId="767"/>
          <ac:spMkLst>
            <pc:docMk/>
            <pc:sldMk cId="3900712817" sldId="265"/>
            <ac:spMk id="3" creationId="{16D9C5CB-CB53-880B-5D87-0B1B9303387A}"/>
          </ac:spMkLst>
        </pc:spChg>
        <pc:spChg chg="mod">
          <ac:chgData name="Neel Rede" userId="9eec4285e52a48b2" providerId="LiveId" clId="{0545A14B-86C7-4BE6-8ABA-F1F293AE24F7}" dt="2026-10-30T18:58:00.036" v="333" actId="113"/>
          <ac:spMkLst>
            <pc:docMk/>
            <pc:sldMk cId="3900712817" sldId="265"/>
            <ac:spMk id="4" creationId="{862C5EBE-A725-E98F-D9B7-8450AB5E5C39}"/>
          </ac:spMkLst>
        </pc:spChg>
        <pc:spChg chg="mod">
          <ac:chgData name="Neel Rede" userId="9eec4285e52a48b2" providerId="LiveId" clId="{0545A14B-86C7-4BE6-8ABA-F1F293AE24F7}" dt="2026-10-30T16:05:50.226" v="262" actId="14100"/>
          <ac:spMkLst>
            <pc:docMk/>
            <pc:sldMk cId="3900712817" sldId="265"/>
            <ac:spMk id="5" creationId="{BFE79194-2A63-59E3-AB59-96D00E72836D}"/>
          </ac:spMkLst>
        </pc:spChg>
        <pc:spChg chg="add del mod">
          <ac:chgData name="Neel Rede" userId="9eec4285e52a48b2" providerId="LiveId" clId="{0545A14B-86C7-4BE6-8ABA-F1F293AE24F7}" dt="2026-10-30T16:05:49.826" v="261" actId="767"/>
          <ac:spMkLst>
            <pc:docMk/>
            <pc:sldMk cId="3900712817" sldId="265"/>
            <ac:spMk id="8" creationId="{FD683B48-ED88-5D23-0917-B811C64447C3}"/>
          </ac:spMkLst>
        </pc:spChg>
        <pc:spChg chg="add mod">
          <ac:chgData name="Neel Rede" userId="9eec4285e52a48b2" providerId="LiveId" clId="{0545A14B-86C7-4BE6-8ABA-F1F293AE24F7}" dt="2026-10-30T16:05:53.059" v="264" actId="767"/>
          <ac:spMkLst>
            <pc:docMk/>
            <pc:sldMk cId="3900712817" sldId="265"/>
            <ac:spMk id="9" creationId="{1DCBA91B-4D31-CC63-3C52-3E49A8B4B2FB}"/>
          </ac:spMkLst>
        </pc:spChg>
        <pc:spChg chg="add del mod">
          <ac:chgData name="Neel Rede" userId="9eec4285e52a48b2" providerId="LiveId" clId="{0545A14B-86C7-4BE6-8ABA-F1F293AE24F7}" dt="2026-10-30T16:06:00.096" v="269"/>
          <ac:spMkLst>
            <pc:docMk/>
            <pc:sldMk cId="3900712817" sldId="265"/>
            <ac:spMk id="10" creationId="{5CF025FC-8BCD-27F6-D629-D1F678E0A202}"/>
          </ac:spMkLst>
        </pc:spChg>
        <pc:spChg chg="add del mod">
          <ac:chgData name="Neel Rede" userId="9eec4285e52a48b2" providerId="LiveId" clId="{0545A14B-86C7-4BE6-8ABA-F1F293AE24F7}" dt="2026-10-30T16:06:43.103" v="276" actId="478"/>
          <ac:spMkLst>
            <pc:docMk/>
            <pc:sldMk cId="3900712817" sldId="265"/>
            <ac:spMk id="12" creationId="{E4758794-32CC-EC54-D398-153F207F564D}"/>
          </ac:spMkLst>
        </pc:spChg>
        <pc:picChg chg="add del">
          <ac:chgData name="Neel Rede" userId="9eec4285e52a48b2" providerId="LiveId" clId="{0545A14B-86C7-4BE6-8ABA-F1F293AE24F7}" dt="2026-10-30T16:05:58.278" v="266" actId="478"/>
          <ac:picMkLst>
            <pc:docMk/>
            <pc:sldMk cId="3900712817" sldId="265"/>
            <ac:picMk id="7" creationId="{9B874BDD-C27F-43C1-ABCE-76CA75875586}"/>
          </ac:picMkLst>
        </pc:picChg>
      </pc:sldChg>
      <pc:sldChg chg="delSp modSp add mod">
        <pc:chgData name="Neel Rede" userId="9eec4285e52a48b2" providerId="LiveId" clId="{0545A14B-86C7-4BE6-8ABA-F1F293AE24F7}" dt="2026-10-30T19:03:04.182" v="396" actId="113"/>
        <pc:sldMkLst>
          <pc:docMk/>
          <pc:sldMk cId="2146539638" sldId="266"/>
        </pc:sldMkLst>
        <pc:spChg chg="del mod">
          <ac:chgData name="Neel Rede" userId="9eec4285e52a48b2" providerId="LiveId" clId="{0545A14B-86C7-4BE6-8ABA-F1F293AE24F7}" dt="2026-10-30T18:56:35.543" v="328" actId="478"/>
          <ac:spMkLst>
            <pc:docMk/>
            <pc:sldMk cId="2146539638" sldId="266"/>
            <ac:spMk id="4" creationId="{5C8ACC70-ADB9-B780-F140-8709C5C4CF0D}"/>
          </ac:spMkLst>
        </pc:spChg>
        <pc:spChg chg="mod">
          <ac:chgData name="Neel Rede" userId="9eec4285e52a48b2" providerId="LiveId" clId="{0545A14B-86C7-4BE6-8ABA-F1F293AE24F7}" dt="2026-10-30T19:03:04.182" v="396" actId="113"/>
          <ac:spMkLst>
            <pc:docMk/>
            <pc:sldMk cId="2146539638" sldId="266"/>
            <ac:spMk id="5" creationId="{BB6ED292-F24C-7F00-65D2-AC70BF2BBD59}"/>
          </ac:spMkLst>
        </pc:spChg>
      </pc:sldChg>
      <pc:sldChg chg="addSp delSp modSp add mod">
        <pc:chgData name="Neel Rede" userId="9eec4285e52a48b2" providerId="LiveId" clId="{0545A14B-86C7-4BE6-8ABA-F1F293AE24F7}" dt="2026-10-30T19:12:45.466" v="445" actId="1076"/>
        <pc:sldMkLst>
          <pc:docMk/>
          <pc:sldMk cId="534321220" sldId="267"/>
        </pc:sldMkLst>
        <pc:spChg chg="del">
          <ac:chgData name="Neel Rede" userId="9eec4285e52a48b2" providerId="LiveId" clId="{0545A14B-86C7-4BE6-8ABA-F1F293AE24F7}" dt="2026-10-30T19:00:04.676" v="359" actId="478"/>
          <ac:spMkLst>
            <pc:docMk/>
            <pc:sldMk cId="534321220" sldId="267"/>
            <ac:spMk id="4" creationId="{607E1DF8-ADCF-5856-2F55-D94E60E344DD}"/>
          </ac:spMkLst>
        </pc:spChg>
        <pc:spChg chg="del">
          <ac:chgData name="Neel Rede" userId="9eec4285e52a48b2" providerId="LiveId" clId="{0545A14B-86C7-4BE6-8ABA-F1F293AE24F7}" dt="2026-10-30T19:00:02.525" v="358" actId="478"/>
          <ac:spMkLst>
            <pc:docMk/>
            <pc:sldMk cId="534321220" sldId="267"/>
            <ac:spMk id="5" creationId="{3DB65AEE-4D70-15FA-B364-F250FC2032AE}"/>
          </ac:spMkLst>
        </pc:spChg>
        <pc:picChg chg="add del mod">
          <ac:chgData name="Neel Rede" userId="9eec4285e52a48b2" providerId="LiveId" clId="{0545A14B-86C7-4BE6-8ABA-F1F293AE24F7}" dt="2026-10-30T19:08:41.339" v="433" actId="478"/>
          <ac:picMkLst>
            <pc:docMk/>
            <pc:sldMk cId="534321220" sldId="267"/>
            <ac:picMk id="8" creationId="{2E478D94-6894-EF03-83D6-55B023DD1D5C}"/>
          </ac:picMkLst>
        </pc:picChg>
        <pc:picChg chg="add del mod">
          <ac:chgData name="Neel Rede" userId="9eec4285e52a48b2" providerId="LiveId" clId="{0545A14B-86C7-4BE6-8ABA-F1F293AE24F7}" dt="2026-10-30T19:12:34.409" v="442" actId="478"/>
          <ac:picMkLst>
            <pc:docMk/>
            <pc:sldMk cId="534321220" sldId="267"/>
            <ac:picMk id="10" creationId="{10436CC2-9202-D254-AA27-2833970B7788}"/>
          </ac:picMkLst>
        </pc:picChg>
        <pc:picChg chg="add mod">
          <ac:chgData name="Neel Rede" userId="9eec4285e52a48b2" providerId="LiveId" clId="{0545A14B-86C7-4BE6-8ABA-F1F293AE24F7}" dt="2026-10-30T19:12:45.466" v="445" actId="1076"/>
          <ac:picMkLst>
            <pc:docMk/>
            <pc:sldMk cId="534321220" sldId="267"/>
            <ac:picMk id="12" creationId="{F184C040-049A-C748-F8C8-DC357693C05D}"/>
          </ac:picMkLst>
        </pc:picChg>
      </pc:sldChg>
      <pc:sldChg chg="delSp modSp add mod">
        <pc:chgData name="Neel Rede" userId="9eec4285e52a48b2" providerId="LiveId" clId="{0545A14B-86C7-4BE6-8ABA-F1F293AE24F7}" dt="2026-10-30T19:02:38.274" v="390" actId="14100"/>
        <pc:sldMkLst>
          <pc:docMk/>
          <pc:sldMk cId="3419093925" sldId="268"/>
        </pc:sldMkLst>
        <pc:spChg chg="del">
          <ac:chgData name="Neel Rede" userId="9eec4285e52a48b2" providerId="LiveId" clId="{0545A14B-86C7-4BE6-8ABA-F1F293AE24F7}" dt="2026-10-30T19:01:16.912" v="370" actId="478"/>
          <ac:spMkLst>
            <pc:docMk/>
            <pc:sldMk cId="3419093925" sldId="268"/>
            <ac:spMk id="4" creationId="{46897624-DA82-53BB-8860-B4820C0D7628}"/>
          </ac:spMkLst>
        </pc:spChg>
        <pc:spChg chg="mod">
          <ac:chgData name="Neel Rede" userId="9eec4285e52a48b2" providerId="LiveId" clId="{0545A14B-86C7-4BE6-8ABA-F1F293AE24F7}" dt="2026-10-30T19:02:38.274" v="390" actId="14100"/>
          <ac:spMkLst>
            <pc:docMk/>
            <pc:sldMk cId="3419093925" sldId="268"/>
            <ac:spMk id="5" creationId="{C4778BD9-B88F-44FE-F61F-F01B080F4E1C}"/>
          </ac:spMkLst>
        </pc:spChg>
      </pc:sldChg>
      <pc:sldChg chg="modSp add mod">
        <pc:chgData name="Neel Rede" userId="9eec4285e52a48b2" providerId="LiveId" clId="{0545A14B-86C7-4BE6-8ABA-F1F293AE24F7}" dt="2026-10-30T19:15:05.465" v="463" actId="1076"/>
        <pc:sldMkLst>
          <pc:docMk/>
          <pc:sldMk cId="1921344406" sldId="269"/>
        </pc:sldMkLst>
        <pc:spChg chg="mod">
          <ac:chgData name="Neel Rede" userId="9eec4285e52a48b2" providerId="LiveId" clId="{0545A14B-86C7-4BE6-8ABA-F1F293AE24F7}" dt="2026-10-30T19:15:05.465" v="463" actId="1076"/>
          <ac:spMkLst>
            <pc:docMk/>
            <pc:sldMk cId="1921344406" sldId="269"/>
            <ac:spMk id="4" creationId="{12B0067B-2C4C-2CF4-3A1C-545ED27D404B}"/>
          </ac:spMkLst>
        </pc:spChg>
      </pc:sldChg>
      <pc:sldChg chg="modSp add mod">
        <pc:chgData name="Neel Rede" userId="9eec4285e52a48b2" providerId="LiveId" clId="{0545A14B-86C7-4BE6-8ABA-F1F293AE24F7}" dt="2026-10-30T19:13:04.009" v="447" actId="1076"/>
        <pc:sldMkLst>
          <pc:docMk/>
          <pc:sldMk cId="3568524442" sldId="270"/>
        </pc:sldMkLst>
        <pc:picChg chg="mod">
          <ac:chgData name="Neel Rede" userId="9eec4285e52a48b2" providerId="LiveId" clId="{0545A14B-86C7-4BE6-8ABA-F1F293AE24F7}" dt="2026-10-30T19:13:04.009" v="447" actId="1076"/>
          <ac:picMkLst>
            <pc:docMk/>
            <pc:sldMk cId="3568524442" sldId="270"/>
            <ac:picMk id="8" creationId="{C3332012-AB53-6C3C-A5FF-36C236E9F7B7}"/>
          </ac:picMkLst>
        </pc:picChg>
      </pc:sldChg>
      <pc:sldChg chg="add">
        <pc:chgData name="Neel Rede" userId="9eec4285e52a48b2" providerId="LiveId" clId="{0545A14B-86C7-4BE6-8ABA-F1F293AE24F7}" dt="2026-10-30T19:12:24.702" v="438" actId="2890"/>
        <pc:sldMkLst>
          <pc:docMk/>
          <pc:sldMk cId="2264176328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EDB0-BC3A-23AE-299E-AC50409A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B0368-C4E2-4243-133B-6D953178C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98D65-8226-4E01-7A5B-7268BAAF0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37D76-F233-3102-E866-D39509F5AB1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5726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C631-77C1-9891-F388-0854FD68F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C88A7-DFFC-C032-A667-BD0631C0B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C88E0-6B08-EC83-1539-03F0C6B02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60455-0376-0464-C7E5-55FA73FC9BD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77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359A7-B104-361A-EDC9-C29A3279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FAA30-CF73-BB31-F3E5-0D507C419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C2B2A-8C6A-688A-F724-9B630794E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04AA1-EF01-1165-AF9B-B8448418336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853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17544-1268-6ECE-40CD-050E58F6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1B7FB-969D-AC5A-2EA5-A24AC9AE7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850A5-D84B-2D4E-EA4F-4888A20AB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839AD-BBB5-7588-B060-421F91744C7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976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63ED-9968-2750-5F49-E097E45A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7CCAE-D243-E166-E9EB-63F5BF0EE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F88BE-42B9-EAE7-F0F1-4DA5BDA97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8871A-AD6B-681D-6D73-1B2510F3B5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43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3871B-B3DE-C3D7-5BCC-FDBE2ADC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AC63E-0DF8-B130-EED9-ACFF2DB54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D664B-D000-C769-721B-9165CE210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472F7-A293-3A90-FD60-5235C8EB9D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638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2F4CE-F9B7-CBF5-B1E3-132B1026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DDCB-28B1-8947-CE59-6C944A269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DB24C-91DA-E87F-9446-41EE8EB73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3B0ED-EF9E-3776-3EF2-D25581845F4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6686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BD34-BA09-BC50-62E6-EE484D64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61326-F2E3-34DC-B80B-B0378FE73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3202C-3B00-8834-E652-98F569A14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AF84B-DFBF-D826-2FA7-19AB93FBA3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7796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rammerboi2006/Adaptive-Congestion-Control-Simulator-Group-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lang="en-IN" sz="2550" b="1" dirty="0">
                <a:solidFill>
                  <a:srgbClr val="20375C"/>
                </a:solidFill>
                <a:latin typeface="Arial"/>
              </a:rPr>
              <a:t>Adaptive Congestion-Control Simulator and Performance Analyzer</a:t>
            </a:r>
            <a:endParaRPr sz="2550" b="1" dirty="0">
              <a:solidFill>
                <a:srgbClr val="2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3857626"/>
            <a:ext cx="8096250" cy="11273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Neel Rede – 1272250836     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Arya Kale – 1262241076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Parth Agrawal – 1262241844     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Saumya Shah – 1262242587</a:t>
            </a: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Group </a:t>
            </a:r>
            <a:r>
              <a:rPr lang="en-US"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2, </a:t>
            </a:r>
            <a:r>
              <a:rPr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Panel </a:t>
            </a:r>
            <a:r>
              <a:rPr lang="en-US"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K, </a:t>
            </a:r>
            <a:r>
              <a:rPr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Batch </a:t>
            </a:r>
            <a:r>
              <a:rPr lang="en-US"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iOS</a:t>
            </a:r>
            <a:endParaRPr sz="1500" dirty="0">
              <a:solidFill>
                <a:srgbClr val="20202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Faculty: </a:t>
            </a:r>
            <a:r>
              <a:rPr lang="en-US"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Dr. Swati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dirty="0">
                <a:solidFill>
                  <a:srgbClr val="20202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Academic Year: 2026–2027   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  <a:r>
              <a:rPr lang="en-US"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 </a:t>
            </a:r>
            <a:endParaRPr sz="180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28409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b="1" dirty="0"/>
              <a:t>What networking problem does the project solve?</a:t>
            </a:r>
            <a:r>
              <a:rPr lang="en-IN" dirty="0"/>
              <a:t>: Studying TCP congestion-control algorithms (Tahoe, Reno, AIMD) theoretically makes it difficult to visualize and compare how senders adjust transmission </a:t>
            </a:r>
            <a:r>
              <a:rPr lang="en-IN" dirty="0" err="1"/>
              <a:t>behavior</a:t>
            </a:r>
            <a:r>
              <a:rPr lang="en-IN" dirty="0"/>
              <a:t> during changing loss conditions and RTTs.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Who needs the solution, and what is the scope?</a:t>
            </a:r>
            <a:r>
              <a:rPr lang="en-IN" dirty="0"/>
              <a:t>: Students and educators in computer networking need a lightweight tool. Scope covers a round-based simulator in Python/</a:t>
            </a:r>
            <a:r>
              <a:rPr lang="en-IN" dirty="0" err="1"/>
              <a:t>Streamlit</a:t>
            </a:r>
            <a:r>
              <a:rPr lang="en-IN" dirty="0"/>
              <a:t> comparing congestion windows, throughput, loss rates, and recovery </a:t>
            </a:r>
            <a:r>
              <a:rPr lang="en-IN" dirty="0" err="1"/>
              <a:t>behaviors</a:t>
            </a:r>
            <a:r>
              <a:rPr lang="en-IN" dirty="0"/>
              <a:t> without requiring physical network hardware or raw socket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0B919-A48D-6069-8114-8AB6CECA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59E7B4-8501-E23F-D1D4-CB7618454696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E90CA1-4E70-E142-1B91-1AD115E81CA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D7BA5C-D9A8-89E7-6178-E22E2E7504A4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Objectives: </a:t>
            </a:r>
            <a:r>
              <a:rPr lang="en-US"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</a:t>
            </a:r>
            <a:endParaRPr sz="180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5A919-EC79-6244-3CE9-890CD6D5AFC0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25852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dirty="0"/>
              <a:t>Implement simplified, round-based models of TCP Tahoe, TCP Reno, and AIMD algorithms with configurable network parameters (Loss %, RTT, Initial CWND, Seed).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Compare and visualize algorithm dynamics, congestion window transitions, and performance metrics via interactive </a:t>
            </a:r>
            <a:r>
              <a:rPr lang="en-IN" dirty="0" err="1"/>
              <a:t>Plotly</a:t>
            </a:r>
            <a:r>
              <a:rPr lang="en-IN" dirty="0"/>
              <a:t> charts and tabular summaries.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Validate simulator logic with a 20-check automated test suite and enable CSV/JSON data exports for offline analysis.</a:t>
            </a:r>
          </a:p>
          <a:p>
            <a:pPr lvl="0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817E8B-098D-8F2E-87A8-87FE2786D014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820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2137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20E63A-6F99-C6F5-BA0F-D04123E5C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26" y="1148223"/>
            <a:ext cx="8462747" cy="4701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54A954-6DCC-CDEA-0874-C8301D8F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D5811D-8661-58CA-6447-EC937F37B5B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7C2299-BDE9-AA2F-E894-D81B403A53F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C5EBE-A725-E98F-D9B7-8450AB5E5C39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4804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Tools</a:t>
            </a:r>
            <a:r>
              <a:rPr lang="en-IN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: 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Python 3.12, </a:t>
            </a:r>
            <a:r>
              <a:rPr lang="en-IN" dirty="0" err="1">
                <a:solidFill>
                  <a:srgbClr val="202020"/>
                </a:solidFill>
                <a:latin typeface="Aptos (Body)"/>
              </a:rPr>
              <a:t>Streamlit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 (Interactive Dashboard UI), Pandas (Data logging &amp; metric processing), </a:t>
            </a:r>
            <a:r>
              <a:rPr lang="en-IN" dirty="0" err="1">
                <a:solidFill>
                  <a:srgbClr val="202020"/>
                </a:solidFill>
                <a:latin typeface="Aptos (Body)"/>
              </a:rPr>
              <a:t>Plotly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 (Dynamic visualization plots), JSON/CSV libraries.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Protocols</a:t>
            </a:r>
            <a:r>
              <a:rPr lang="en-IN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: 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Simplified models of </a:t>
            </a:r>
            <a:r>
              <a:rPr lang="en-IN" b="1" dirty="0">
                <a:solidFill>
                  <a:srgbClr val="202020"/>
                </a:solidFill>
                <a:latin typeface="Aptos (Body)"/>
              </a:rPr>
              <a:t>TCP Tahoe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 (CWND reset to 1 on loss), </a:t>
            </a:r>
            <a:r>
              <a:rPr lang="en-IN" b="1" dirty="0">
                <a:solidFill>
                  <a:srgbClr val="202020"/>
                </a:solidFill>
                <a:latin typeface="Aptos (Body)"/>
              </a:rPr>
              <a:t>TCP Reno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 (Fast Recovery on 3-dup ACK, Reset on Timeout), and </a:t>
            </a:r>
            <a:r>
              <a:rPr lang="en-IN" b="1" dirty="0">
                <a:solidFill>
                  <a:srgbClr val="202020"/>
                </a:solidFill>
                <a:latin typeface="Aptos (Body)"/>
              </a:rPr>
              <a:t>AIMD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 (Additive Increase +1, Multiplicative Decrease /2).</a:t>
            </a:r>
            <a:endParaRPr lang="en-IN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Addressing: [Key subnet, host or port details]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latin typeface="Aptos (Body)"/>
              </a:rPr>
              <a:t>Addressing</a:t>
            </a:r>
            <a:r>
              <a:rPr lang="en-IN" dirty="0">
                <a:latin typeface="Aptos (Body)"/>
              </a:rPr>
              <a:t>: Logical simulation model operating on a per-Round Trip Time (RTT) step basis. No physical IP/MAC addressing or socket interface required.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sz="2000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79194-2A63-59E3-AB59-96D00E72836D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21379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071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15DEF-640B-387B-B724-D1062B904A81}"/>
              </a:ext>
            </a:extLst>
          </p:cNvPr>
          <p:cNvSpPr txBox="1"/>
          <p:nvPr/>
        </p:nvSpPr>
        <p:spPr>
          <a:xfrm>
            <a:off x="933834" y="1066800"/>
            <a:ext cx="727633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 1. User Selects Algorithm &amp; Configures Parameters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2. Application Validates Configuration (core/config.py)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3. Initialize Congestion Control State (core/algorithms.py)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4. Loop Through Simulation Rounds (core/simulation.py) ]</a:t>
            </a:r>
          </a:p>
          <a:p>
            <a:pPr algn="ctr"/>
            <a:r>
              <a:rPr lang="en-IN" sz="1400" dirty="0"/>
              <a:t>       │</a:t>
            </a:r>
          </a:p>
          <a:p>
            <a:pPr algn="ctr"/>
            <a:r>
              <a:rPr lang="en-IN" sz="1400" dirty="0"/>
              <a:t>       ├─►  5. Generate Packet Delivery / Loss Outcomes ]</a:t>
            </a:r>
          </a:p>
          <a:p>
            <a:pPr algn="ctr"/>
            <a:r>
              <a:rPr lang="en-IN" sz="1400" dirty="0"/>
              <a:t>       │</a:t>
            </a:r>
          </a:p>
          <a:p>
            <a:pPr algn="ctr"/>
            <a:r>
              <a:rPr lang="en-IN" sz="1400" dirty="0"/>
              <a:t>       └─►  6. Update Congestion Window (Tahoe / Reno / AIMD)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7. Store Round-by-Round Results in </a:t>
            </a:r>
            <a:r>
              <a:rPr lang="en-IN" sz="1400" dirty="0" err="1"/>
              <a:t>Dataframe</a:t>
            </a:r>
            <a:r>
              <a:rPr lang="en-IN" sz="1400" dirty="0"/>
              <a:t>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8. Calculate Metrics: Throughput, Loss Rate, CWND (core/metrics.py) ]</a:t>
            </a:r>
          </a:p>
          <a:p>
            <a:pPr algn="ctr"/>
            <a:r>
              <a:rPr lang="en-IN" sz="1400" dirty="0"/>
              <a:t>                         │</a:t>
            </a:r>
          </a:p>
          <a:p>
            <a:pPr algn="ctr"/>
            <a:r>
              <a:rPr lang="en-IN" sz="1400" dirty="0"/>
              <a:t>                         ▼</a:t>
            </a:r>
          </a:p>
          <a:p>
            <a:pPr algn="ctr"/>
            <a:r>
              <a:rPr lang="en-IN" sz="1400" dirty="0"/>
              <a:t> 9. Render </a:t>
            </a:r>
            <a:r>
              <a:rPr lang="en-IN" sz="1400" dirty="0" err="1"/>
              <a:t>Plotly</a:t>
            </a:r>
            <a:r>
              <a:rPr lang="en-IN" sz="1400" dirty="0"/>
              <a:t> Charts, Data Tables &amp; CSV/JSON Exports ]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C61B4-2833-66B8-9E79-59417014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ABB21F-1216-1671-02BB-36547591891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E0264B-4A5A-3323-9340-95C52E99B89B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C0698-415C-E618-CB1A-27E55249344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ED292-F24C-7F00-65D2-AC70BF2BBD59}"/>
              </a:ext>
            </a:extLst>
          </p:cNvPr>
          <p:cNvSpPr>
            <a:spLocks noGrp="1"/>
          </p:cNvSpPr>
          <p:nvPr/>
        </p:nvSpPr>
        <p:spPr>
          <a:xfrm>
            <a:off x="523875" y="1066800"/>
            <a:ext cx="8096250" cy="31266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sz="1800" b="1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Implementation: </a:t>
            </a:r>
            <a:endParaRPr lang="en-US" sz="1800" b="1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 lvl="0"/>
            <a:endParaRPr lang="en-US" sz="1800" b="0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 lvl="0"/>
            <a:r>
              <a:rPr lang="en-IN" b="1" dirty="0">
                <a:latin typeface="Aptos (Body)"/>
              </a:rPr>
              <a:t>app.py</a:t>
            </a:r>
            <a:r>
              <a:rPr lang="en-IN" dirty="0">
                <a:latin typeface="Aptos (Body)"/>
              </a:rPr>
              <a:t>: </a:t>
            </a:r>
            <a:r>
              <a:rPr lang="en-IN" dirty="0" err="1">
                <a:latin typeface="Aptos (Body)"/>
              </a:rPr>
              <a:t>Streamlit</a:t>
            </a:r>
            <a:r>
              <a:rPr lang="en-IN" dirty="0">
                <a:latin typeface="Aptos (Body)"/>
              </a:rPr>
              <a:t> controls, chart panels, validation UI.</a:t>
            </a:r>
          </a:p>
          <a:p>
            <a:pPr lvl="0"/>
            <a:br>
              <a:rPr lang="en-IN" dirty="0">
                <a:latin typeface="Aptos (Body)"/>
              </a:rPr>
            </a:br>
            <a:r>
              <a:rPr lang="en-IN" b="1" dirty="0">
                <a:latin typeface="Aptos (Body)"/>
              </a:rPr>
              <a:t>core/algorithms.py</a:t>
            </a:r>
            <a:r>
              <a:rPr lang="en-IN" dirty="0">
                <a:latin typeface="Aptos (Body)"/>
              </a:rPr>
              <a:t>: State transition logic for Tahoe, Reno, and AIMD.</a:t>
            </a:r>
          </a:p>
          <a:p>
            <a:pPr lvl="0"/>
            <a:br>
              <a:rPr lang="en-IN" dirty="0">
                <a:latin typeface="Aptos (Body)"/>
              </a:rPr>
            </a:br>
            <a:r>
              <a:rPr lang="en-IN" b="1" dirty="0">
                <a:latin typeface="Aptos (Body)"/>
              </a:rPr>
              <a:t>core/simulation.py</a:t>
            </a:r>
            <a:r>
              <a:rPr lang="en-IN" dirty="0">
                <a:latin typeface="Aptos (Body)"/>
              </a:rPr>
              <a:t>: Step-by-step round loop processing packet delivery/loss outcomes based on uniform seed probabilities.</a:t>
            </a:r>
          </a:p>
          <a:p>
            <a:pPr lvl="0"/>
            <a:br>
              <a:rPr lang="en-IN" dirty="0">
                <a:latin typeface="Aptos (Body)"/>
              </a:rPr>
            </a:br>
            <a:r>
              <a:rPr lang="en-IN" b="1" dirty="0">
                <a:latin typeface="Aptos (Body)"/>
              </a:rPr>
              <a:t>core/metrics.py</a:t>
            </a:r>
            <a:r>
              <a:rPr lang="en-IN" dirty="0">
                <a:latin typeface="Aptos (Body)"/>
              </a:rPr>
              <a:t>: Calculates throughput, packet loss percentage, average </a:t>
            </a:r>
            <a:r>
              <a:rPr lang="en-IN" dirty="0" err="1">
                <a:latin typeface="Aptos (Body)"/>
              </a:rPr>
              <a:t>cwnd</a:t>
            </a:r>
            <a:r>
              <a:rPr lang="en-IN" dirty="0">
                <a:latin typeface="Aptos (Body)"/>
              </a:rPr>
              <a:t>, and recovery time.</a:t>
            </a:r>
          </a:p>
        </p:txBody>
      </p:sp>
    </p:spTree>
    <p:extLst>
      <p:ext uri="{BB962C8B-B14F-4D97-AF65-F5344CB8AC3E}">
        <p14:creationId xmlns:p14="http://schemas.microsoft.com/office/powerpoint/2010/main" val="214653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B5DFB-A161-7449-3D0D-E54AAAD4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24180E-482B-B874-A664-E6DF4734D6C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7CD7B-5E06-C3E5-C3A5-4B8F5E68C31F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868D1-D101-E9D5-22A0-D51B2573C719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84C040-049A-C748-F8C8-DC357693C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" y="1004590"/>
            <a:ext cx="8620125" cy="48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2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089BE-7EDA-BB84-F704-CEC7696B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05EEA0-F0E6-9150-5E1F-A8DD4F123666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5EEC0-01EB-0EF5-4D1A-C1BD048DA39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D773A7-2BB1-EA3F-28E3-1C66946AD75D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2A9A50-EFC1-AECC-6C96-4B1284C9F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7" y="1004590"/>
            <a:ext cx="8620125" cy="48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76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4854C-4D46-F0C8-23A2-B18BF81F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57DC3C-0433-89EA-B10E-D4DD6A54A0C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8EACBD-5C59-0268-836C-851C8EE6EFB2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58A22-DF01-0425-ED50-9A141FECFDDD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32012-AB53-6C3C-A5FF-36C236E9F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8" y="1046790"/>
            <a:ext cx="8470083" cy="476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24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282E4B-BE1D-18FF-C505-DEBD83F58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14" y="1093339"/>
            <a:ext cx="8304571" cy="467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2E64D-74C8-4BC7-21A9-16848608D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0F9A46-7E30-D3DA-1455-DF92C503759C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CA973-64EA-694A-AD26-198C2B7630CF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5533C5-4958-32EF-DDC0-B4B9328EF2FB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778BD9-B88F-44FE-F61F-F01B080F4E1C}"/>
              </a:ext>
            </a:extLst>
          </p:cNvPr>
          <p:cNvSpPr>
            <a:spLocks noGrp="1"/>
          </p:cNvSpPr>
          <p:nvPr/>
        </p:nvSpPr>
        <p:spPr>
          <a:xfrm>
            <a:off x="523875" y="1189702"/>
            <a:ext cx="8096250" cy="45252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solidFill>
                  <a:srgbClr val="202020"/>
                </a:solidFill>
                <a:latin typeface="Aptos (Body)"/>
              </a:rPr>
              <a:t>Test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: Run 20 automated unit checks across extreme conditions (0% loss, 100% loss), algorithm responses, export format validity, and metric calculations.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br>
              <a:rPr lang="en-IN" b="1" dirty="0">
                <a:solidFill>
                  <a:srgbClr val="202020"/>
                </a:solidFill>
                <a:latin typeface="Aptos (Body)"/>
              </a:rPr>
            </a:br>
            <a:r>
              <a:rPr lang="en-IN" b="1" dirty="0">
                <a:solidFill>
                  <a:srgbClr val="202020"/>
                </a:solidFill>
                <a:latin typeface="Aptos (Body)"/>
              </a:rPr>
              <a:t>Expected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: Zero-loss determinism across runs, Reno maintaining higher throughput than Tahoe during 3-dup ACK events, and valid JSON/CSV outputs.</a:t>
            </a:r>
            <a:r>
              <a:rPr sz="1800" b="0" dirty="0">
                <a:solidFill>
                  <a:srgbClr val="202020"/>
                </a:solidFill>
                <a:latin typeface="Aptos (Body)"/>
                <a:ea typeface="Arial"/>
                <a:cs typeface="Arial"/>
              </a:rPr>
              <a:t> </a:t>
            </a:r>
            <a:endParaRPr lang="en-US" sz="1800" b="0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lang="en-IN" b="1" dirty="0">
              <a:solidFill>
                <a:srgbClr val="202020"/>
              </a:solidFill>
              <a:latin typeface="Aptos (Body)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IN" b="1" dirty="0">
                <a:solidFill>
                  <a:srgbClr val="202020"/>
                </a:solidFill>
                <a:latin typeface="Aptos (Body)"/>
              </a:rPr>
              <a:t>Observed</a:t>
            </a:r>
            <a:r>
              <a:rPr lang="en-IN" dirty="0">
                <a:solidFill>
                  <a:srgbClr val="202020"/>
                </a:solidFill>
                <a:latin typeface="Aptos (Body)"/>
              </a:rPr>
              <a:t>: All 20/20 automated checks passed successfully. Under ideal conditions (0% loss), Tahoe and Reno yield identical growth curves. Under moderate loss, Reno recovers faster than Tahoe due to Fast Recovery.</a:t>
            </a:r>
            <a:endParaRPr sz="1800" b="0" dirty="0">
              <a:solidFill>
                <a:srgbClr val="202020"/>
              </a:solidFill>
              <a:latin typeface="Aptos (Body)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9093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045997-C37C-35B2-E4D5-8B22C31D50FC}"/>
                  </a:ext>
                </a:extLst>
              </p:cNvPr>
              <p:cNvSpPr txBox="1"/>
              <p:nvPr/>
            </p:nvSpPr>
            <p:spPr>
              <a:xfrm>
                <a:off x="379924" y="1066800"/>
                <a:ext cx="8384151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/>
                <a:r>
                  <a:rPr lang="en-IN" b="1" dirty="0">
                    <a:effectLst/>
                    <a:latin typeface="+mn-lt"/>
                  </a:rPr>
                  <a:t>Function to demonstrate</a:t>
                </a:r>
                <a:r>
                  <a:rPr lang="en-IN" dirty="0">
                    <a:effectLst/>
                    <a:latin typeface="+mn-lt"/>
                  </a:rPr>
                  <a:t>: Live execution of TCP algorithm comparison under custom loss conditions and results export.</a:t>
                </a:r>
              </a:p>
              <a:p>
                <a:pPr marR="0" lvl="0"/>
                <a:endParaRPr lang="en-IN" b="1" dirty="0">
                  <a:effectLst/>
                  <a:latin typeface="+mn-lt"/>
                </a:endParaRPr>
              </a:p>
              <a:p>
                <a:pPr marR="0" lvl="0"/>
                <a:r>
                  <a:rPr lang="en-IN" b="1" dirty="0">
                    <a:effectLst/>
                    <a:latin typeface="+mn-lt"/>
                  </a:rPr>
                  <a:t>1. Launch or setup step</a:t>
                </a:r>
                <a:r>
                  <a:rPr lang="en-IN" dirty="0">
                    <a:effectLst/>
                    <a:latin typeface="+mn-lt"/>
                  </a:rPr>
                  <a:t>: Execute </a:t>
                </a:r>
                <a:r>
                  <a:rPr lang="en-IN" dirty="0" err="1">
                    <a:effectLst/>
                    <a:latin typeface="+mn-lt"/>
                  </a:rPr>
                  <a:t>streamlit</a:t>
                </a:r>
                <a:r>
                  <a:rPr lang="en-IN" dirty="0">
                    <a:effectLst/>
                    <a:latin typeface="+mn-lt"/>
                  </a:rPr>
                  <a:t> run app.py and navigate to the </a:t>
                </a:r>
                <a:r>
                  <a:rPr lang="en-IN" b="1" dirty="0">
                    <a:effectLst/>
                    <a:latin typeface="+mn-lt"/>
                  </a:rPr>
                  <a:t>Algorithm Comparison</a:t>
                </a:r>
                <a:r>
                  <a:rPr lang="en-IN" dirty="0">
                    <a:effectLst/>
                    <a:latin typeface="+mn-lt"/>
                  </a:rPr>
                  <a:t> workspace in the sidebar.</a:t>
                </a:r>
              </a:p>
              <a:p>
                <a:pPr marR="0" lvl="0"/>
                <a:endParaRPr lang="en-IN" b="1" dirty="0">
                  <a:effectLst/>
                  <a:latin typeface="+mn-lt"/>
                </a:endParaRPr>
              </a:p>
              <a:p>
                <a:pPr marR="0" lvl="0"/>
                <a:r>
                  <a:rPr lang="en-IN" b="1" dirty="0">
                    <a:effectLst/>
                    <a:latin typeface="+mn-lt"/>
                  </a:rPr>
                  <a:t>2. Run the test / send the input</a:t>
                </a:r>
                <a:r>
                  <a:rPr lang="en-IN" dirty="0">
                    <a:effectLst/>
                    <a:latin typeface="+mn-lt"/>
                  </a:rPr>
                  <a:t>: Set Loss Probability =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5</m:t>
                    </m:r>
                    <m:r>
                      <a:rPr lang="en-IN" i="0">
                        <a:latin typeface="+mn-lt"/>
                      </a:rPr>
                      <m:t>%</m:t>
                    </m:r>
                  </m:oMath>
                </a14:m>
                <a:r>
                  <a:rPr lang="en-IN" dirty="0">
                    <a:effectLst/>
                    <a:latin typeface="+mn-lt"/>
                  </a:rPr>
                  <a:t>, Initial CWND = 1, Rounds = 50, Random Seed = 42, and click </a:t>
                </a:r>
                <a:r>
                  <a:rPr lang="en-IN" b="1" dirty="0">
                    <a:effectLst/>
                    <a:latin typeface="+mn-lt"/>
                  </a:rPr>
                  <a:t>Run Simulation</a:t>
                </a:r>
                <a:r>
                  <a:rPr lang="en-IN" dirty="0">
                    <a:effectLst/>
                    <a:latin typeface="+mn-lt"/>
                  </a:rPr>
                  <a:t>.</a:t>
                </a:r>
              </a:p>
              <a:p>
                <a:pPr marR="0" lvl="0"/>
                <a:endParaRPr lang="en-IN" b="1" dirty="0">
                  <a:effectLst/>
                  <a:latin typeface="+mn-lt"/>
                </a:endParaRPr>
              </a:p>
              <a:p>
                <a:pPr marR="0" lvl="0"/>
                <a:r>
                  <a:rPr lang="en-IN" b="1" dirty="0">
                    <a:effectLst/>
                    <a:latin typeface="+mn-lt"/>
                  </a:rPr>
                  <a:t>3. Show and explain the output</a:t>
                </a:r>
                <a:r>
                  <a:rPr lang="en-IN" dirty="0">
                    <a:effectLst/>
                    <a:latin typeface="+mn-lt"/>
                  </a:rPr>
                  <a:t>: Highlight the </a:t>
                </a:r>
                <a:r>
                  <a:rPr lang="en-IN" dirty="0" err="1">
                    <a:effectLst/>
                    <a:latin typeface="+mn-lt"/>
                  </a:rPr>
                  <a:t>Plotly</a:t>
                </a:r>
                <a:r>
                  <a:rPr lang="en-IN" dirty="0">
                    <a:effectLst/>
                    <a:latin typeface="+mn-lt"/>
                  </a:rPr>
                  <a:t> CWND graph comparing Tahoe (resets to 1 on loss) vs Reno (halves CWND on 3-dup ACK) and export the generated dataset via the </a:t>
                </a:r>
                <a:r>
                  <a:rPr lang="en-IN" b="1" dirty="0">
                    <a:effectLst/>
                    <a:latin typeface="+mn-lt"/>
                  </a:rPr>
                  <a:t>Download CSV</a:t>
                </a:r>
                <a:r>
                  <a:rPr lang="en-IN" dirty="0">
                    <a:effectLst/>
                    <a:latin typeface="+mn-lt"/>
                  </a:rPr>
                  <a:t> button.</a:t>
                </a:r>
              </a:p>
              <a:p>
                <a:pPr marR="0" lvl="0"/>
                <a:endParaRPr lang="en-IN" b="1" dirty="0">
                  <a:effectLst/>
                  <a:latin typeface="+mn-lt"/>
                </a:endParaRPr>
              </a:p>
              <a:p>
                <a:pPr marR="0" lvl="0"/>
                <a:r>
                  <a:rPr lang="en-IN" b="1" dirty="0">
                    <a:effectLst/>
                    <a:latin typeface="+mn-lt"/>
                  </a:rPr>
                  <a:t>Success criterion</a:t>
                </a:r>
                <a:r>
                  <a:rPr lang="en-IN" dirty="0">
                    <a:effectLst/>
                    <a:latin typeface="+mn-lt"/>
                  </a:rPr>
                  <a:t>: Interactive line plot correctly displays Fast Recovery divergence in Reno while generating a downloadable .csv containing round-by-round logs.</a:t>
                </a:r>
                <a:endParaRPr lang="en-IN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045997-C37C-35B2-E4D5-8B22C31D5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24" y="1066800"/>
                <a:ext cx="8384151" cy="4247317"/>
              </a:xfrm>
              <a:prstGeom prst="rect">
                <a:avLst/>
              </a:prstGeom>
              <a:blipFill>
                <a:blip r:embed="rId3"/>
                <a:stretch>
                  <a:fillRect l="-581" t="-574" r="-1090" b="-14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4"/>
            <a:ext cx="8096250" cy="4655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b="1" dirty="0"/>
              <a:t>Outcome</a:t>
            </a:r>
            <a:r>
              <a:rPr lang="en-IN" sz="2000" dirty="0"/>
              <a:t>: </a:t>
            </a:r>
            <a:r>
              <a:rPr lang="en-IN" dirty="0"/>
              <a:t>Successfully developed a modular Python/</a:t>
            </a:r>
            <a:r>
              <a:rPr lang="en-IN" dirty="0" err="1"/>
              <a:t>Streamlit</a:t>
            </a:r>
            <a:r>
              <a:rPr lang="en-IN" dirty="0"/>
              <a:t> simulator that accurately models, compares, and visualizes TCP Tahoe, Reno, and AIMD </a:t>
            </a:r>
            <a:r>
              <a:rPr lang="en-IN" dirty="0" err="1"/>
              <a:t>behaviors</a:t>
            </a:r>
            <a:r>
              <a:rPr lang="en-IN" dirty="0"/>
              <a:t> without physical network hardware.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Application</a:t>
            </a:r>
            <a:r>
              <a:rPr lang="en-IN" sz="2000" dirty="0"/>
              <a:t>: </a:t>
            </a:r>
            <a:r>
              <a:rPr lang="en-IN" dirty="0"/>
              <a:t>Educational tool for computer network courses to demonstrate congestion control dynamics interactively.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Limitation</a:t>
            </a:r>
            <a:r>
              <a:rPr lang="en-IN" sz="2000" dirty="0"/>
              <a:t>: </a:t>
            </a:r>
            <a:r>
              <a:rPr lang="en-IN" dirty="0"/>
              <a:t>Uses a logical round-based model with probabilistic loss heuristics rather than real TCP packet header exchanges, physical queues, or Wireshark packet captures.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Future scope</a:t>
            </a:r>
            <a:r>
              <a:rPr lang="en-IN" sz="2000" dirty="0"/>
              <a:t>: </a:t>
            </a:r>
            <a:r>
              <a:rPr lang="en-IN" dirty="0"/>
              <a:t>Add packet-level queueing models (e.g., </a:t>
            </a:r>
            <a:r>
              <a:rPr lang="en-IN" dirty="0" err="1"/>
              <a:t>DropTail</a:t>
            </a:r>
            <a:r>
              <a:rPr lang="en-IN" dirty="0"/>
              <a:t>, RED) and support interactive bandwidth bottleneck configuration.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23CF4-DDF2-607D-AE74-8B855007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B8549E-E2B0-6F00-A275-2C1E16201A80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BD038-0392-CE32-42A4-809AB73C79D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55B587-0180-46B0-8133-3A1261652DBF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B0067B-2C4C-2CF4-3A1C-545ED27D404B}"/>
              </a:ext>
            </a:extLst>
          </p:cNvPr>
          <p:cNvSpPr>
            <a:spLocks noGrp="1"/>
          </p:cNvSpPr>
          <p:nvPr/>
        </p:nvSpPr>
        <p:spPr>
          <a:xfrm>
            <a:off x="523875" y="978002"/>
            <a:ext cx="8096250" cy="46558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Project planning and problem definition - </a:t>
            </a:r>
            <a:r>
              <a:rPr lang="en-US" b="1" dirty="0"/>
              <a:t>Neel Rede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Congestion-control algorithm implementation - </a:t>
            </a:r>
            <a:r>
              <a:rPr lang="en-US" b="1" dirty="0"/>
              <a:t>Arya Kale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Simulation engine and configuration validation - </a:t>
            </a:r>
            <a:r>
              <a:rPr lang="en-US" b="1" dirty="0"/>
              <a:t>Parth Agrawal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Streamlit</a:t>
            </a:r>
            <a:r>
              <a:rPr lang="en-US" dirty="0"/>
              <a:t> interface and visualizations - </a:t>
            </a:r>
            <a:r>
              <a:rPr lang="en-US" b="1" dirty="0"/>
              <a:t>Parth Agrawal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Network scenarios and algorithm comparisons - </a:t>
            </a:r>
            <a:r>
              <a:rPr lang="en-US" b="1" dirty="0"/>
              <a:t>Saumya Shah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Performance metric calculations - </a:t>
            </a:r>
            <a:r>
              <a:rPr lang="en-US" b="1" dirty="0"/>
              <a:t>Saumya Shah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Testing and validation - </a:t>
            </a:r>
            <a:r>
              <a:rPr lang="en-US" b="1" dirty="0"/>
              <a:t>Neel Rede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CSV/JSON export functionality - </a:t>
            </a:r>
            <a:r>
              <a:rPr lang="en-US" b="1" dirty="0"/>
              <a:t>Neel Rede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README and demonstration - </a:t>
            </a:r>
            <a:r>
              <a:rPr lang="en-US" b="1" dirty="0"/>
              <a:t>Neel Rede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Architecture and technical documentation - </a:t>
            </a:r>
            <a:r>
              <a:rPr lang="en-US" b="1" dirty="0"/>
              <a:t>Arya Kale</a:t>
            </a:r>
            <a:endParaRPr lang="en-IN" dirty="0"/>
          </a:p>
          <a:p>
            <a:pPr lvl="0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21344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0668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b="1" dirty="0"/>
              <a:t>[1]</a:t>
            </a:r>
            <a:r>
              <a:rPr lang="en-IN" dirty="0"/>
              <a:t>: V. Jacobson, "Congestion avoidance and control," </a:t>
            </a:r>
            <a:r>
              <a:rPr lang="en-IN" i="1" dirty="0"/>
              <a:t>ACM SIGCOMM Computer Communication Review</a:t>
            </a:r>
            <a:r>
              <a:rPr lang="en-IN" dirty="0"/>
              <a:t>, vol. 18, no. 4, pp. 314–329, 1988.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[2]</a:t>
            </a:r>
            <a:r>
              <a:rPr lang="en-IN" dirty="0"/>
              <a:t>: M. Allman, V. Paxson, and E. Blanton, "TCP Congestion Control," </a:t>
            </a:r>
            <a:r>
              <a:rPr lang="en-IN" i="1" dirty="0"/>
              <a:t>RFC 5681</a:t>
            </a:r>
            <a:r>
              <a:rPr lang="en-IN" dirty="0"/>
              <a:t>, IETF, 2009.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[3]</a:t>
            </a:r>
            <a:r>
              <a:rPr lang="en-IN" dirty="0"/>
              <a:t>: J. F. Kurose and K. W. Ross, </a:t>
            </a:r>
            <a:r>
              <a:rPr lang="en-IN" i="1" dirty="0"/>
              <a:t>Computer Networking: A Top-Down Approach</a:t>
            </a:r>
            <a:r>
              <a:rPr lang="en-IN" dirty="0"/>
              <a:t>, 8th ed. Boston, MA: Pearson, 2021.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A380D-06C4-BEB5-0493-62C539B234B5}"/>
              </a:ext>
            </a:extLst>
          </p:cNvPr>
          <p:cNvSpPr txBox="1"/>
          <p:nvPr/>
        </p:nvSpPr>
        <p:spPr>
          <a:xfrm>
            <a:off x="523874" y="4012013"/>
            <a:ext cx="8048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Github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https://github.com/Programmerboi2006/Adaptive-Congestion-Control-Simulator-Group-2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2096</Words>
  <Application>Microsoft Office PowerPoint</Application>
  <DocSecurity>0</DocSecurity>
  <PresentationFormat>On-screen Show (4:3)</PresentationFormat>
  <Paragraphs>159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(Body)</vt:lpstr>
      <vt:lpstr>Arial</vt:lpstr>
      <vt:lpstr>Google Sans Text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Neel Rede</cp:lastModifiedBy>
  <cp:revision>1</cp:revision>
  <dcterms:created xsi:type="dcterms:W3CDTF">2026-10-14T10:56:48Z</dcterms:created>
  <dcterms:modified xsi:type="dcterms:W3CDTF">2026-10-30T19:41:52Z</dcterms:modified>
</cp:coreProperties>
</file>